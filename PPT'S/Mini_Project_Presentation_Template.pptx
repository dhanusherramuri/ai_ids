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4" r:id="rId2"/>
    <p:sldId id="413" r:id="rId3"/>
    <p:sldId id="440" r:id="rId4"/>
    <p:sldId id="466" r:id="rId5"/>
    <p:sldId id="441" r:id="rId6"/>
    <p:sldId id="465" r:id="rId7"/>
    <p:sldId id="448" r:id="rId8"/>
    <p:sldId id="462" r:id="rId9"/>
    <p:sldId id="463" r:id="rId10"/>
    <p:sldId id="464" r:id="rId11"/>
    <p:sldId id="434" r:id="rId12"/>
  </p:sldIdLst>
  <p:sldSz cx="10799763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D26"/>
    <a:srgbClr val="FF6600"/>
    <a:srgbClr val="FF9900"/>
    <a:srgbClr val="CCFFFF"/>
    <a:srgbClr val="66FFFF"/>
    <a:srgbClr val="FFFF66"/>
    <a:srgbClr val="FFFF00"/>
    <a:srgbClr val="FFFFCC"/>
    <a:srgbClr val="FF99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3" autoAdjust="0"/>
    <p:restoredTop sz="90036" autoAdjust="0"/>
  </p:normalViewPr>
  <p:slideViewPr>
    <p:cSldViewPr>
      <p:cViewPr varScale="1">
        <p:scale>
          <a:sx n="54" d="100"/>
          <a:sy n="54" d="100"/>
        </p:scale>
        <p:origin x="1320" y="32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28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9E7B17-C078-4C50-9935-3DE50FC9D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63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0" y="685800"/>
            <a:ext cx="53975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E4430F-96D5-4F5E-AF15-BF5EB88FA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23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685800"/>
            <a:ext cx="5397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4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82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5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-719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 - MANIPAL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15-01-2026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6B400A-18F2-7C2D-EE12-81E8F5C0F6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15-01-2026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A5FFB0-7D75-7D8F-69AA-06F58721E6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543635"/>
            <a:ext cx="10799763" cy="314365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15-01-2026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8577047-6146-1D25-9956-92F75CF7F1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15-01-2026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245B9F0-4234-557E-4095-FFFC7BB911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15-01-2026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8F05B4-5452-D801-AFC2-06E3B2CD2A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15-01-2026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E2D58E9-A9D1-B37E-489B-30A70CCA1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4"/>
          <p:cNvSpPr txBox="1">
            <a:spLocks noChangeArrowheads="1"/>
          </p:cNvSpPr>
          <p:nvPr/>
        </p:nvSpPr>
        <p:spPr bwMode="auto">
          <a:xfrm>
            <a:off x="2504281" y="176213"/>
            <a:ext cx="7315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87428"/>
              </p:ext>
            </p:extLst>
          </p:nvPr>
        </p:nvGraphicFramePr>
        <p:xfrm>
          <a:off x="1151409" y="1484784"/>
          <a:ext cx="8534400" cy="4680520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688">
                  <a:extLst>
                    <a:ext uri="{9D8B030D-6E8A-4147-A177-3AD203B41FA5}">
                      <a16:colId xmlns:a16="http://schemas.microsoft.com/office/drawing/2014/main" val="2598869161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Reg No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Name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Branch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8156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endParaRPr lang="en-US" sz="1800" b="0" i="1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774338"/>
                  </a:ext>
                </a:extLst>
              </a:tr>
              <a:tr h="113553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Project</a:t>
                      </a:r>
                      <a:r>
                        <a:rPr lang="en-US" sz="1800" b="0" i="0" baseline="0" dirty="0">
                          <a:effectLst/>
                          <a:latin typeface="Times New Roman"/>
                        </a:rPr>
                        <a:t> Title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IN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Guide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8064177" y="188640"/>
            <a:ext cx="241865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353" y="1772816"/>
            <a:ext cx="8839200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Objective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Literature Review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60121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87B90-23F6-4416-A139-0D1D53F1CBCB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8153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87B90-23F6-4416-A139-0D1D53F1CBCB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0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4F019-708A-454D-8724-F3011E518121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6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4F019-708A-454D-8724-F3011E518121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29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5428798" y="188640"/>
            <a:ext cx="481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50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55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539" y="1982450"/>
            <a:ext cx="7148684" cy="144655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21210</TotalTime>
  <Words>41</Words>
  <Application>Microsoft Office PowerPoint</Application>
  <PresentationFormat>Custom</PresentationFormat>
  <Paragraphs>85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Sabon LT Std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</dc:creator>
  <cp:lastModifiedBy>Satyanarayan Shenoy P [MAHE-MSIS]</cp:lastModifiedBy>
  <cp:revision>890</cp:revision>
  <dcterms:created xsi:type="dcterms:W3CDTF">2007-08-14T09:37:21Z</dcterms:created>
  <dcterms:modified xsi:type="dcterms:W3CDTF">2026-01-15T09:53:05Z</dcterms:modified>
</cp:coreProperties>
</file>